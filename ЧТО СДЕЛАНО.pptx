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4630400" cy="8229600"/>
  <p:notesSz cx="8229600" cy="146304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050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FBC677-1343-488B-83EE-E4722874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" y="123145"/>
            <a:ext cx="7097678" cy="47536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FF96F8-A789-47E1-9EF5-5A893CB1CD4F}"/>
              </a:ext>
            </a:extLst>
          </p:cNvPr>
          <p:cNvSpPr txBox="1"/>
          <p:nvPr/>
        </p:nvSpPr>
        <p:spPr>
          <a:xfrm>
            <a:off x="8926286" y="511629"/>
            <a:ext cx="4680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Тут происходит обучение, я наконец избавился от ошибки, когда модель продолжала генерировать запрос пока не достигнет ограничения по символам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6EFD6D-0CE0-466D-BE0D-AFC91B6E6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7" y="5040087"/>
            <a:ext cx="7489372" cy="31023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BB444B-E720-4039-8C0E-AC076A48CB1F}"/>
              </a:ext>
            </a:extLst>
          </p:cNvPr>
          <p:cNvSpPr txBox="1"/>
          <p:nvPr/>
        </p:nvSpPr>
        <p:spPr>
          <a:xfrm>
            <a:off x="9154886" y="5508171"/>
            <a:ext cx="4680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Тут вопрос и сгенерированный запрос, к сожалению 2 строчка </a:t>
            </a:r>
            <a:r>
              <a:rPr lang="en-US" dirty="0"/>
              <a:t>(preposition) </a:t>
            </a:r>
            <a:r>
              <a:rPr lang="ru-RU" dirty="0"/>
              <a:t>и предпоследняя (</a:t>
            </a:r>
            <a:r>
              <a:rPr lang="en-US" dirty="0"/>
              <a:t>Service)</a:t>
            </a:r>
            <a:r>
              <a:rPr lang="ru-RU" dirty="0"/>
              <a:t> часто сделаны неправильно, но это будет легко исправить(надеюсь), в целом же если удалить их, запрос будет работать, однако как увеличить точность </a:t>
            </a:r>
            <a:r>
              <a:rPr lang="en-US" dirty="0"/>
              <a:t>id</a:t>
            </a:r>
            <a:r>
              <a:rPr lang="ru-RU" dirty="0"/>
              <a:t> сущностей я так и не придумал</a:t>
            </a:r>
          </a:p>
        </p:txBody>
      </p:sp>
    </p:spTree>
    <p:extLst>
      <p:ext uri="{BB962C8B-B14F-4D97-AF65-F5344CB8AC3E}">
        <p14:creationId xmlns:p14="http://schemas.microsoft.com/office/powerpoint/2010/main" val="426147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73</Words>
  <Application>Microsoft Office PowerPoint</Application>
  <PresentationFormat>Произвольный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Сергей Егорин</cp:lastModifiedBy>
  <cp:revision>3</cp:revision>
  <dcterms:created xsi:type="dcterms:W3CDTF">2026-04-07T12:26:01Z</dcterms:created>
  <dcterms:modified xsi:type="dcterms:W3CDTF">2026-05-05T13:15:14Z</dcterms:modified>
</cp:coreProperties>
</file>